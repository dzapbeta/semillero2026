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6B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CLASE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4000">
                <a:solidFill>
                  <a:srgbClr val="FFFFFF"/>
                </a:solidFill>
                <a:latin typeface="Century Gothic"/>
              </a:rPr>
              <a:t>Fundamentos de Java y POO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2200">
                <a:solidFill>
                  <a:srgbClr val="36B5FF"/>
                </a:solidFill>
                <a:latin typeface="Century Gothic"/>
              </a:rPr>
              <a:t>Lo que necesitas saber antes de automatizar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Lunes 21 de septiembre de 2026, 9:00 a.m. – 12:00 m.</a:t>
            </a:r>
          </a:p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Diego Zapata (Equipo Transversal QS)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Plan de la mañana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9:00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Entorno listo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gradle run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por primera vez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73736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51578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9:20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1578" y="246888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Variables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if, switch y ciclos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73736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5916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10:00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5916" y="246888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Clases y objetos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Encapsulamiento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4622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427482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10:40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7774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Pausa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15 minutos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978" y="404622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51578" y="427482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10:55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477774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Herencia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Polimorfismo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7316" y="404622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25916" y="427482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11:30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477774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Práctica guiada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Modificar ejemplos y leer errores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TEMA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Una variable es una caja con etiqueta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int edad = 20;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double precio = 15500.50;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boolean estaActivo = true;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char inicial = 'D';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String nombre = "Diego";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int edadEnCincoAnios = edad + 5;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String saludo = "Hola, " + nombre;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El tipo va primero: dice qué cabe en la caja.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Cada instrucción termina en </a:t>
            </a:r>
            <a:r>
              <a:rPr b="0" sz="1600">
                <a:solidFill>
                  <a:srgbClr val="36B5FF"/>
                </a:solidFill>
                <a:latin typeface="Consolas"/>
              </a:rPr>
              <a:t>;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+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suma números y pega textos.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TEMA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El programa toma decisiones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if (nota &gt;= NOTA_MINIMA)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return "Aprobado";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 else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return "Reprobado";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switch (color)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case "verde":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return "Siga";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case "amarillo":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return "Despacio";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...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if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una pregunta de sí o no.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&gt;=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es mayor o igual: 3.0 aprueba.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switch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varias opciones, como un semáforo.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default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lo que no está en la lista.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TEMA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Repetir sin copiar y pegar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for (int i = 1; i &lt;= 5; i++)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System.out.println("Vuelta numero " + i);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int intento = 1;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while (intento &lt;= 3)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System.out.println("Intento de login " + intento);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intento++;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for (String nombre : nombres)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System.out.println("Hola, " + nombre);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for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sé cuántas vueltas quiero.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while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repito mientras algo sea cierto.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for-each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recorro una lista completa.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TEMA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La clase es el plano, el objeto es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public class Estudiante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private String nombre;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private double nota;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public Estudiante(String nombre, double nota)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this.nombre = nombre;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this.nota = nota;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Estudiante ana = new Estudiante("Ana", 4.5);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Estudiante luis = new Estudiante("Luis", 2.8);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Un solo plano: </a:t>
            </a:r>
            <a:r>
              <a:rPr b="0" sz="1600">
                <a:solidFill>
                  <a:srgbClr val="36B5FF"/>
                </a:solidFill>
                <a:latin typeface="Consolas"/>
              </a:rPr>
              <a:t>Estudiante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Dos objetos con </a:t>
            </a:r>
            <a:r>
              <a:rPr b="0" sz="1600">
                <a:solidFill>
                  <a:srgbClr val="36B5FF"/>
                </a:solidFill>
                <a:latin typeface="Consolas"/>
              </a:rPr>
              <a:t>new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Ana y Luis.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El constructor llena los datos de cada uno.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TEMA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Encapsular: el saldo no se toca a mano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private double saldo;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public boolean retirar(double valor)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if (valor &gt; 0 &amp;&amp; valor &lt;= saldo)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saldo = saldo - valor;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return true;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return false;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public double getSaldo()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return saldo;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private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nadie de afuera lo cambia.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Se usa por métodos que validan.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Como un cajero: tú no abres la caja fuerte.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TEMA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Herencia y polimorfismo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public class Perro extends Animal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@Override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public String hacerSonido()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return "Guau";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List&lt;Animal&gt; animales = List.of(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new Perro("Firulais"), new Gato("Michi"));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for (Animal animal : animales)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System.out.println(animal.getNombre()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    + " dice " + animal.hacerSonido());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extends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Perro hereda nombre de Animal.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@Override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cambia el sonido del padre.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Una misma orden, cada uno responde a su manera.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36245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PRÁCTICA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Cómo lo corres y cómo lees un error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1. PowerShell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cd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a la carpeta del proyecto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59353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25113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3713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2. gradle 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3713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Compila y ejecuta los ejemplos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35826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1586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30186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3. Lee la consola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0186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Un título por tema y </a:t>
            </a:r>
            <a:r>
              <a:rPr b="0" sz="1400">
                <a:solidFill>
                  <a:srgbClr val="36B5FF"/>
                </a:solidFill>
                <a:latin typeface="Consolas"/>
              </a:rPr>
              <a:t>BUILD SUCCESSFUL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al final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12299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78059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406659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4. Si falla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6659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Busca archivo, línea y mensaje: </a:t>
            </a:r>
            <a:r>
              <a:rPr b="0" sz="1400">
                <a:solidFill>
                  <a:srgbClr val="36B5FF"/>
                </a:solidFill>
                <a:latin typeface="Consolas"/>
              </a:rPr>
              <a:t>Variables.java:9: error: ';' expected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29200"/>
            <a:ext cx="11094415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Otro error que vas a ver: </a:t>
            </a:r>
            <a:r>
              <a:rPr b="0" sz="1600">
                <a:solidFill>
                  <a:srgbClr val="36B5FF"/>
                </a:solidFill>
                <a:latin typeface="Consolas"/>
              </a:rPr>
              <a:t>saldo has private access in CuentaBancaria</a:t>
            </a:r>
            <a:r>
              <a:rPr b="0" sz="1600">
                <a:solidFill>
                  <a:srgbClr val="C9D6E3"/>
                </a:solidFill>
                <a:latin typeface="Century Gothic"/>
              </a:rPr>
              <a:t>. Es el encapsulamiento protegiendo el dato.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Tu actividad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6766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Clase </a:t>
            </a:r>
            <a:r>
              <a:rPr b="0" sz="1800">
                <a:solidFill>
                  <a:srgbClr val="36B5FF"/>
                </a:solidFill>
                <a:latin typeface="Consolas"/>
              </a:rPr>
              <a:t>Producto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 con precio privado que no acepta negativos.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Descuento con </a:t>
            </a:r>
            <a:r>
              <a:rPr b="0" sz="1800">
                <a:solidFill>
                  <a:srgbClr val="36B5FF"/>
                </a:solidFill>
                <a:latin typeface="Consolas"/>
              </a:rPr>
              <a:t>if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.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36B5FF"/>
                </a:solidFill>
                <a:latin typeface="Consolas"/>
              </a:rPr>
              <a:t>ProductoEnOferta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 que hereda y sobrescribe.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Clase </a:t>
            </a:r>
            <a:r>
              <a:rPr b="0" sz="1800">
                <a:solidFill>
                  <a:srgbClr val="36B5FF"/>
                </a:solidFill>
                <a:latin typeface="Consolas"/>
              </a:rPr>
              <a:t>Tienda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 que imprime 4 casos con </a:t>
            </a:r>
            <a:r>
              <a:rPr b="0" sz="1800">
                <a:solidFill>
                  <a:srgbClr val="36B5FF"/>
                </a:solidFill>
                <a:latin typeface="Consolas"/>
              </a:rPr>
              <a:t>gradle run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0" y="1737360"/>
            <a:ext cx="3962095" cy="39319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09560" y="1965960"/>
            <a:ext cx="3504895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Entrega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468880"/>
            <a:ext cx="3504895" cy="3017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Miércoles 23 de septiembre de 2026, 8:00 a.m.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Repositorio en GitHub o .zip sin la carpeta build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Captura de </a:t>
            </a:r>
            <a:r>
              <a:rPr b="0" sz="1400">
                <a:solidFill>
                  <a:srgbClr val="36B5FF"/>
                </a:solidFill>
                <a:latin typeface="Consolas"/>
              </a:rPr>
              <a:t>gradle run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con la salida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Diego Zapata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