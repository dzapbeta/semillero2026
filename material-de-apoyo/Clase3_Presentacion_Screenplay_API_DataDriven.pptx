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Screenplay para API
y Data 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Serenity BDD + Cucumber, con la API de DummyJSON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Viernes 25 de septiembre de 2026 · 9:00 a.m. – 12:00 m. · Diego Zapata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Una API es como el mesero de un restaurante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Petición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 que pides.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Método: </a:t>
            </a:r>
            <a:r>
              <a:rPr b="0" sz="1400">
                <a:solidFill>
                  <a:srgbClr val="36B5FF"/>
                </a:solidFill>
                <a:latin typeface="Consolas"/>
              </a:rPr>
              <a:t>GET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consulta, </a:t>
            </a:r>
            <a:r>
              <a:rPr b="0" sz="1400">
                <a:solidFill>
                  <a:srgbClr val="36B5FF"/>
                </a:solidFill>
                <a:latin typeface="Consolas"/>
              </a:rPr>
              <a:t>POST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envía datos.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Ruta: </a:t>
            </a:r>
            <a:r>
              <a:rPr b="0" sz="1400">
                <a:solidFill>
                  <a:srgbClr val="36B5FF"/>
                </a:solidFill>
                <a:latin typeface="Consolas"/>
              </a:rPr>
              <a:t>/products/1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Respuesta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 que te traen.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Un código y un cuerpo en JSON.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"title": "Essence Mascara..."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Código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Cómo salió el pedido.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200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todo bien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400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pedido mal hecho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404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no existe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SCREENPLAY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Screenplay es el mismo, cambian las piezas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3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034332"/>
                <a:gridCol w="4034332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Pieza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Web (clase 2)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API (hoy)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Habilidad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BrowseTheWeb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CallAnApi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Interacciones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Click, Enter, Open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Get, Post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Dónde está cada cosa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userinterfaces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utils/Rutas.java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Qué validamos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Un texto en pantalla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Código y un campo del JSON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El recorrido de una prueba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Qué se prueba, en español.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8405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49819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78419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419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Traduce la frase a una orden.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85238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0998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79598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9598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IniciarSesion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hace un POST.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417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177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777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777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Responde código y JSON.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38759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53356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981956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Pregunta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1956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Lee el código o un campo y compara.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Si no coincide, sale RespuestaInesperada con un mensaje en español.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BDD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Esquema del escenario: un escenario, varias pruebas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Gherkin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Esquema del escenario: Iniciar sesión con &lt;caso&gt;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Cuando el analista inicia sesión con el usuario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"&lt;usuario&gt;" y la clave "&lt;clave&gt;"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Entonces el código de respuesta debe ser &lt;codigo&gt;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Y el campo "&lt;campo&gt;" de la respuesta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debe ser "&lt;valor&gt;"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Ejemplos: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| caso             | usuario | codigo |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| datos correctos  | emilys  | 200    |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| clave incorrecta | emilys  | 400    |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| campos en blanco |         | 400    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&lt;usuario&gt;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 un espacio que se llena con la fila.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Una fila de Ejemplos es una prueba.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3 filas: 3 pruebas en el reporte.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Tabla recortada: el archivo real también tiene clave, campo y valor.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DATA DRIVEN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Data Driven: la misma receta con distintos ingredientes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La receta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Esquema del escenario.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Los pasos no cambian.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Los ingredientes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Los datos.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Viven en un archivo CSV, fuera del código.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Un plato nuevo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Agregas una fila al CSV y a Ejemplos.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No tocas Java.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DATA DRIVEN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Los datos viven en un archivo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CSV y Gherkin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# productos.csv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id,titulo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1,Essence Mascara Lash Princess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2,Eyeshadow Palette with Mirror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3,Powder Canister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productos.feature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Cuando el analista consulta el producto con id "&lt;id&gt;"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Entonces el código de respuesta debe ser 200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Y el título del producto debe ser el que dice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el archivo para el id "&lt;id&gt;"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En Ejemplos solo va el id.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LectorCsv.buscarValor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busca el título de ese id.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Se compara con el campo </a:t>
            </a:r>
            <a:r>
              <a:rPr b="0" sz="1600">
                <a:solidFill>
                  <a:srgbClr val="36B5FF"/>
                </a:solidFill>
                <a:latin typeface="Consolas"/>
              </a:rPr>
              <a:t>title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Abre el CSV con Bloc de notas, no con Excel.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Cada capa tiene un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IniciarSesion, ConsultarProducto: lo que hace el actor.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CodigoDeRespuesta, CampoDeLaRespuesta: lo que revisa.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exceptions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RespuestaInesperada: el error con mensaje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Credenciales: el JSON que se envía en el login.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51578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utils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Rutas de la API y LectorCsv.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5916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runners y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Arrancan Cucumber y traducen las frases.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Ejecutar y leer el reporte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PowerShell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gradle clean 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gradle clean test "-Ptags=@login"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start target\site\serenity\index.html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Al final: 6 PASSED y BUILD SUCCESSFUL.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Con tag, lo demás sale SKIPPED.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En el reporte: abre un paso y da clic en REST Query.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Si falla, lee Expected y but: was.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Lo que te llevas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El actor llama a la API con CallAnApi.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Un Esquema del escenario ejecuta una prueba por fila.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Los datos pueden vivir en un CSV.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El reporte muestra la petición y la respuesta.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Actividad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Esquema para </a:t>
            </a:r>
            <a:r>
              <a:rPr b="0" sz="1400">
                <a:solidFill>
                  <a:srgbClr val="36B5FF"/>
                </a:solidFill>
                <a:latin typeface="Consolas"/>
              </a:rPr>
              <a:t>GET /users/{id}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con un CSV de 3 usuarios.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Valida código y nombre.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Entrega: Martes 29 de septiembre de 2026, 8:00 a.m.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3 · Screenplay API y Data 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