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Playwright y Page Object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Los mismos logins de la clase 2, ahora en TypeScript y VS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Martes 29 de septiembre de 2026 · Diego Zapata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Playwright en tres ideas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Maneja el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Abre Chromium, escribe, hace clic y revisa textos desde TypeScript.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Espera solo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Antes de cada acción espera el elemento. Cada expect vuelve a mirar hasta 5 segundos.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Te muestra qué pasó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Reporte HTML, captura y traza paso a paso cuando una prueba falla.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LENGUAJE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De Java a TypeScript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4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2915"/>
                <a:gridCol w="6051499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En Java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En TypeScript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String nombre = "Ana";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const nombre: string = 'Ana';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private final Locator boton;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private readonly boton: Locator;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public LoginPage(Page page) { ... }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constructor(page: Page) { ... }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import co.com.semillero.pages.LoginPage;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import { LoginPage } from '../pages/LoginPage';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public class se usa desde otra clase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export class se puede importar desde otro archivo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@Test void loginExitoso() { ... }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test('login exitoso', async ({ page }) =&gt; { ... });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LoginPage: el control remoto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TypeScript, resumido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export class LoginPage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private readonly campoUsuario: Locator;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private readonly campoClave: Locator;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private readonly botonLogin: Locator;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readonly mensajeError: Locator;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constructor(page: Page)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this.campoUsuario = page.getByPlaceholder('Username');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this.campoClave = page.getByPlaceholder('Password');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this.botonLogin = page.getByRole('button', { name: 'Login' });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this.mensajeError = page.getByTestId('error');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async iniciarSesion(usuario: string, clave: string)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await this.campoUsuario.fill(usuario);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await this.campoClave.fill(clave);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await this.botonLogin.click();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private readonly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los cables, la prueba no los ve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Métodos </a:t>
            </a:r>
            <a:r>
              <a:rPr b="0" sz="1600">
                <a:solidFill>
                  <a:srgbClr val="36B5FF"/>
                </a:solidFill>
                <a:latin typeface="Consolas"/>
              </a:rPr>
              <a:t>async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los botones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mensajeError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público: la pantallita que la prueba revisa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await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espera a que termine, como en la fila del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Quién habla con quién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login.spec.ts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prueba. Dice qué hacer y qué revisar.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Traduce iniciarSesion() a escribir y hacer clic.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Playwright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Busca el elemento, espera y actúa.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Abre saucedemo.com y muestra el resultado.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usuarios.ts le pasa los datos a la prueba. Playwright abre una pestaña limpia para cada test.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Una prueba con POM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TypeScript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test('login con usuario bloqueado muestra mensaje de error',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async ({ page }) =&gt;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const login = new LoginPage(page);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await login.abrir();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await login.iniciarSesion(usuarioBloqueado.nombre,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                  usuarioBloqueado.clave);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await expect(login.mensajeError).toHaveText(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'Epic sadface: Sorry, this user has been locked out.');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page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pestaña nueva y limpia para cada prueba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Crear la página y apretar sus botones con </a:t>
            </a:r>
            <a:r>
              <a:rPr b="0" sz="1600">
                <a:solidFill>
                  <a:srgbClr val="36B5FF"/>
                </a:solidFill>
                <a:latin typeface="Consolas"/>
              </a:rPr>
              <a:t>await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expect(...).toHaveText(...)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revisa el texto y reintenta hasta 5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Data driven con un for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TypeScript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// data/usuarios.ts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export const loginsInvalidos: LoginInvalido[] = [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{ descripcion: 'clave incorrecta', ... },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{ descripcion: 'usuario vacío', ... },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{ descripcion: 'clave vacía', ... },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];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// tests/login.spec.ts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for (const caso of loginsInvalidos)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test(`login inválido: ${caso.descripcion}`,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async ({ page }) =&gt;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const login = new LoginPage(page);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await login.abrir();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await login.iniciarSesion(caso.nombre, caso.clave);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await expect(login.mensajeError)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.toHaveText(caso.mensajeEsperado);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Una prueba escrita, una ejecución por caso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Caso nuevo = un elemento más en la lista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83794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VS Code con la extensión de Playwright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602153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Triángulo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2144953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Junto a cada test. Clic para correrla, clic derecho para depurarla.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737360"/>
            <a:ext cx="2602153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07993" y="196596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Pestaña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7993" y="2468880"/>
            <a:ext cx="2144953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Todas las pruebas en árbol: todas, un archivo o una sola.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6" y="1737360"/>
            <a:ext cx="2602153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38746" y="196596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Show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8746" y="2468880"/>
            <a:ext cx="2144953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Muestra el navegador mientras corre la prueba.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0899" y="1737360"/>
            <a:ext cx="2602153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69499" y="196596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Pick locator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9499" y="2468880"/>
            <a:ext cx="2144953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Pasas el mouse sobre la página y te propone el localizador.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COMPARAR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POM frente a Screenplay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034332"/>
                <a:gridCol w="4034332"/>
              </a:tblGrid>
              <a:tr h="50292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Screenplay (clase 2)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POM (hoy)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Quién hace las acciones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Un actor que ejecuta tareas (tasks/IniciarSesion)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página, con sus métodos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Dónde están los localizadores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En userinterfaces/PaginaLogin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Dentro de cada página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Cómo se valida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Con preguntas (questions/MensajeDeError)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prueba revisa un localizador de la página con expect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Cantidad de clases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Más clases, cada una pequeña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Pocas: una por pantalla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Cuándo conviene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Proyectos grandes con muchos flujos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Proyectos pequeños o medianos, y para empezar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Para llevar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npm ci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y </a:t>
            </a:r>
            <a:r>
              <a:rPr b="0" sz="1800">
                <a:solidFill>
                  <a:srgbClr val="36B5FF"/>
                </a:solidFill>
                <a:latin typeface="Consolas"/>
              </a:rPr>
              <a:t>npm run instalar:navegador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una vez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npm test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para correr, </a:t>
            </a:r>
            <a:r>
              <a:rPr b="0" sz="1800">
                <a:solidFill>
                  <a:srgbClr val="36B5FF"/>
                </a:solidFill>
                <a:latin typeface="Consolas"/>
              </a:rPr>
              <a:t>npm run reporte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para ver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await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delante de cada acción y cada expect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Una página por pantalla: cables privados, botones con nombre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Actividad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Agregar la mochila al carrito y revisar que el contador diga 1.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Entrega: Jueves 1 de octubre de 2026, 8:00 a.m.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